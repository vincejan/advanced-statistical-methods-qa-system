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365760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1">
                <a:solidFill>
                  <a:srgbClr val="C4DEE5"/>
                </a:solidFill>
                <a:latin typeface="Microsoft YaHei"/>
              </a:rPr>
              <a:t>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8046720" cy="9601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7040880" cy="47548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D9F0F2"/>
                </a:solidFill>
                <a:latin typeface="Microsoft YaHei"/>
              </a:rPr>
              <a:t>课程项目汇报适中版 · 功能、架构、验证与部署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图谱边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问答对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1413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文本块</a:t>
            </a:r>
          </a:p>
        </p:txBody>
      </p:sp>
      <p:pic>
        <p:nvPicPr>
          <p:cNvPr id="17" name="Picture 16" descr="remot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914400"/>
            <a:ext cx="3657600" cy="2788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8" y="5989320"/>
            <a:ext cx="502920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D9F0F2"/>
                </a:solidFill>
                <a:latin typeface="Microsoft YaHei"/>
              </a:rPr>
              <a:t>已部署：https://aistudyassistant.bluesclawd.dev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用课程教材和知识图谱构建可信助教。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中文问答、多轮追问、来源引用、知识图谱和后台管理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核心原则：不在范围内就拒答，证据不足不编造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已完成本地与公网部署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数据与教材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英文 ISLRv2 文本型 PDF 是主语料。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中文扫描教材不适合直接抽取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英文教材稳定提供章节、页码和正文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系统内置 69 知识点、336 边、70 问答对、1413 文本块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FastAPI + React + SQLite + MiniMax。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前端负责会话、来源、图谱和后台操作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后端负责认证、RAG、图谱、历史和权限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MiniMax 负责生成中文结构化回答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可信问答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先判断范围，再检索证据。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无关问题 sources 和 graph 全为空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低证据问题明确说明不足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正常问题给中文回答、来源和图谱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功能展示：问答工作台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支持连续追问，每轮独立刷新证据。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会话列表和消息流保存上下文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回答区支持 Markdown 和 KaTeX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来源、相关问题、图谱跟随当前轮次</a:t>
            </a:r>
          </a:p>
        </p:txBody>
      </p:sp>
      <p:pic>
        <p:nvPicPr>
          <p:cNvPr id="11" name="Picture 10" descr="desktop-follow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功能展示：知识图谱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学生端和管理员端均可搜索和查看子图。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Cytoscape 自动布局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英文术语完整显示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点击节点联动推荐问题</a:t>
            </a:r>
          </a:p>
        </p:txBody>
      </p:sp>
      <p:pic>
        <p:nvPicPr>
          <p:cNvPr id="11" name="Picture 10" descr="desktop-student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管理后台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管理员可以维护数据和运行配置。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用户角色、改密、注销、删除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问答对、知识点、图谱边和文本块维护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LLM API Key 与模型配置</a:t>
            </a:r>
          </a:p>
        </p:txBody>
      </p:sp>
      <p:pic>
        <p:nvPicPr>
          <p:cNvPr id="11" name="Picture 10" descr="desktop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题目要求映射：不是 demo，而是完整交付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围绕数据规模、功能闭环、验证材料和课程报告逐项覆盖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37944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数据资产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91640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837944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69 知识点 / 336 图谱边 / 70 问答对 / 1413 文本块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96312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42616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问答功能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496312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642616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中文多轮追问、RAG 来源、图谱子图、推荐问题、历史全文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00984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47288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管理功能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300984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3447288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用户权限、模型 Key、问答对、知识点、图谱边、文本块和历史审计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05656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验证材料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105656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4251960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pytest、构建、npm audit、Playwright 截图、公网验收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10328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056632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文档报告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4910328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5056632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README、AGENTS、部署方案、对抗性审查、实验报告、PPT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部署方案：Docker Compose + 宿主机 Caddy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公网域名已接入，验证覆盖健康检查、登录、问答和知识图谱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2423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公网入口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242316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https://aistudyassistant.bluesclawd.dev
Caddy 自动 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1" y="1837944"/>
            <a:ext cx="2423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容器服务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1" y="2194560"/>
            <a:ext cx="242316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backend: 127.0.0.1:18000
frontend: 127.0.0.1:18080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837944"/>
            <a:ext cx="2423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2194560"/>
            <a:ext cx="242316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Docker volume 保存 SQLite 数据
.env 保存密钥和管理员密码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691640"/>
            <a:ext cx="1554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72" y="1837944"/>
            <a:ext cx="123444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仓库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2194560"/>
            <a:ext cx="123444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GitHub public
main</a:t>
            </a:r>
          </a:p>
        </p:txBody>
      </p:sp>
      <p:pic>
        <p:nvPicPr>
          <p:cNvPr id="17" name="Picture 16" descr="remot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5212080" cy="260604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446520" y="347472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3401568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线上健康检查：/api/health 成功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3858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785616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线上统计：69 / 336 / 70 / 1413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4242816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169664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真实课程问答：answer_mode=minimax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4626864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553712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默认管理员密码已在服务器侧替换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项目已经达到可正式演示的课程作品状态。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完成数据、系统、后台、验证、部署和汇报材料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后续可升级向量数据库、后台任务和观测面板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重点价值：可信、有边界、可审查、可演示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